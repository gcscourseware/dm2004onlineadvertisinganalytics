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173F44-263E-4C98-AEF9-58D510D67274}">
  <a:tblStyle styleId="{31173F44-263E-4C98-AEF9-58D510D6727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008D42F-285E-4E69-8E08-8C67F41422C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c5105b04d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3bc5105b04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DD082062-3FA2-506F-F09B-77DF70BEB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43FD5FCF-D277-C8A0-FD9C-8CD3620054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2D824E59-D39D-F1AC-1A47-DFD234437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9037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4D60CB76-5B6B-E10F-230C-29F536C76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41B67B8D-54ED-3CDB-95F8-4E1A4BC3AE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D1937B1B-12DC-11D5-8B20-EF0E20446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8059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87FFC76-ADFE-DA31-9417-87AAC81CB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FE7E3A5C-3815-AC41-8AF8-32536CED70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0C83F04D-A4DF-EA72-1EA6-CB9A26DA55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9041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0A4CDA9B-2FEA-A1D2-1392-30829D34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DB104254-DC8A-8F7C-C4E2-5828BD4F3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1D4862C4-7EAF-51CF-22FD-35C1789B0E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0019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58FD2F3F-5D2D-20CF-5242-CE1CD26E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351569B9-DB2E-4235-4565-765B597E99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90053491-6179-68D7-CDA7-11A9A73EB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9370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CD94F5A-F0C1-FE89-E77C-B4378E77D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8C00E3BD-9733-6B84-ABA7-CA14FF698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72C1D8B9-3C27-8F47-FD95-70F744191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0946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5C13FE41-C1E9-FD0C-EB20-C954DCECB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DA754598-F9EB-DAB0-74F8-79FB7D5B0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3AE2139D-6ABC-C735-0330-1F8166FFCD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1064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8976090" y="-1"/>
            <a:ext cx="0" cy="5143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3"/>
          <p:cNvSpPr/>
          <p:nvPr/>
        </p:nvSpPr>
        <p:spPr>
          <a:xfrm rot="-5400000">
            <a:off x="6531094" y="2519850"/>
            <a:ext cx="5143500" cy="103800"/>
          </a:xfrm>
          <a:prstGeom prst="rect">
            <a:avLst/>
          </a:prstGeom>
          <a:gradFill>
            <a:gsLst>
              <a:gs pos="0">
                <a:srgbClr val="213F76"/>
              </a:gs>
              <a:gs pos="50000">
                <a:srgbClr val="2F5CAB"/>
              </a:gs>
              <a:gs pos="100000">
                <a:srgbClr val="3A6FCD"/>
              </a:gs>
            </a:gsLst>
            <a:lin ang="5400012" scaled="0"/>
          </a:gra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13" descr="A picture containing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09092" y="139304"/>
            <a:ext cx="1023643" cy="55341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 rot="-5400000">
            <a:off x="-2362350" y="2362350"/>
            <a:ext cx="5143500" cy="418800"/>
          </a:xfrm>
          <a:prstGeom prst="rect">
            <a:avLst/>
          </a:prstGeom>
          <a:gradFill>
            <a:gsLst>
              <a:gs pos="0">
                <a:srgbClr val="213F76"/>
              </a:gs>
              <a:gs pos="50000">
                <a:srgbClr val="2F5CAB"/>
              </a:gs>
              <a:gs pos="100000">
                <a:srgbClr val="3A6FCD"/>
              </a:gs>
            </a:gsLst>
            <a:lin ang="5400012" scaled="0"/>
          </a:gra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DM2004 Online Advertising and Analytics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1143000" y="532924"/>
            <a:ext cx="6858000" cy="14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my" sz="3000" b="1" dirty="0"/>
              <a:t>DM</a:t>
            </a:r>
            <a:r>
              <a:rPr lang="en-SG" sz="3000" b="1" dirty="0"/>
              <a:t>2004</a:t>
            </a:r>
            <a:r>
              <a:rPr lang="my" sz="3000" b="1" dirty="0"/>
              <a:t> </a:t>
            </a:r>
            <a:r>
              <a:rPr lang="en-SG" sz="3000" b="1" dirty="0"/>
              <a:t>Online Advertising and Analytics </a:t>
            </a:r>
            <a:br>
              <a:rPr lang="my" sz="3000" b="1" dirty="0"/>
            </a:br>
            <a:endParaRPr sz="3000" b="1" dirty="0"/>
          </a:p>
        </p:txBody>
      </p:sp>
      <p:graphicFrame>
        <p:nvGraphicFramePr>
          <p:cNvPr id="65" name="Google Shape;65;p14"/>
          <p:cNvGraphicFramePr/>
          <p:nvPr>
            <p:extLst>
              <p:ext uri="{D42A27DB-BD31-4B8C-83A1-F6EECF244321}">
                <p14:modId xmlns:p14="http://schemas.microsoft.com/office/powerpoint/2010/main" val="3796438801"/>
              </p:ext>
            </p:extLst>
          </p:nvPr>
        </p:nvGraphicFramePr>
        <p:xfrm>
          <a:off x="985157" y="2447488"/>
          <a:ext cx="7447400" cy="792750"/>
        </p:xfrm>
        <a:graphic>
          <a:graphicData uri="http://schemas.openxmlformats.org/drawingml/2006/table">
            <a:tbl>
              <a:tblPr firstRow="1" bandRow="1">
                <a:noFill/>
                <a:tableStyleId>{31173F44-263E-4C98-AEF9-58D510D67274}</a:tableStyleId>
              </a:tblPr>
              <a:tblGrid>
                <a:gridCol w="74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2700" b="0" u="none" strike="noStrike" cap="none" dirty="0"/>
                        <a:t>Google Analytics</a:t>
                      </a:r>
                      <a:endParaRPr sz="1100" dirty="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908A10-C6C6-8376-3D16-018C077C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2140"/>
            <a:ext cx="7886700" cy="994200"/>
          </a:xfrm>
        </p:spPr>
        <p:txBody>
          <a:bodyPr/>
          <a:lstStyle/>
          <a:p>
            <a:r>
              <a:rPr lang="en-SG" dirty="0"/>
              <a:t>Technology in Analytics Tools</a:t>
            </a:r>
            <a:br>
              <a:rPr lang="en-SG" dirty="0"/>
            </a:br>
            <a:r>
              <a:rPr lang="en-SG" dirty="0"/>
              <a:t>(Platforms with Built-in Analytics)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DF63BB-C1C0-4531-69D1-9EA1AC94B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03" y="1304939"/>
            <a:ext cx="7213172" cy="29859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0A0E24FA-5178-A790-2DE8-111CC2DA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9208CE-EF90-CE3A-739A-9565CBBE3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2140"/>
            <a:ext cx="7886700" cy="994200"/>
          </a:xfrm>
        </p:spPr>
        <p:txBody>
          <a:bodyPr/>
          <a:lstStyle/>
          <a:p>
            <a:r>
              <a:rPr lang="en-SG" dirty="0"/>
              <a:t>Technology in Analytics Tools</a:t>
            </a:r>
            <a:br>
              <a:rPr lang="en-SG" dirty="0"/>
            </a:br>
            <a:r>
              <a:rPr lang="en-SG" dirty="0"/>
              <a:t>(Platforms with Built-in Analytics)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D86E1C-802E-65C5-3300-95CEB1DB9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6" y="1347133"/>
            <a:ext cx="6496050" cy="353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5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DA5C011-3535-0739-1DDE-28664306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99AED0-BE5E-C1D3-54F1-F50B8A3CE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2140"/>
            <a:ext cx="7886700" cy="994200"/>
          </a:xfrm>
        </p:spPr>
        <p:txBody>
          <a:bodyPr/>
          <a:lstStyle/>
          <a:p>
            <a:r>
              <a:rPr lang="en-SG" dirty="0"/>
              <a:t>Technology in Analytics Tools</a:t>
            </a:r>
            <a:br>
              <a:rPr lang="en-SG" dirty="0"/>
            </a:br>
            <a:r>
              <a:rPr lang="en-SG" dirty="0"/>
              <a:t>(Value of Digital Data)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48CA79-D070-C08E-5773-DD371696C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1597138"/>
            <a:ext cx="7505700" cy="315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2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4F5AB7C4-4D18-A07F-92B4-78C80CA40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746996-9F95-A8A0-5FD2-F3E6029D4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2140"/>
            <a:ext cx="7886700" cy="994200"/>
          </a:xfrm>
        </p:spPr>
        <p:txBody>
          <a:bodyPr/>
          <a:lstStyle/>
          <a:p>
            <a:r>
              <a:rPr lang="en-SG" dirty="0"/>
              <a:t>Technology Trend in Google Analytics</a:t>
            </a:r>
            <a:br>
              <a:rPr lang="en-SG" dirty="0"/>
            </a:br>
            <a:r>
              <a:rPr lang="en-SG" dirty="0"/>
              <a:t>(How Google Analytics Works)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1B5A1C-F4DC-666A-5E77-5C56F6DDC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" y="1631574"/>
            <a:ext cx="7458075" cy="255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5AFA12EA-1F58-374E-4809-440A55BD3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4DAE81-8CD1-7845-0E88-DE803F230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2140"/>
            <a:ext cx="7886700" cy="994200"/>
          </a:xfrm>
        </p:spPr>
        <p:txBody>
          <a:bodyPr/>
          <a:lstStyle/>
          <a:p>
            <a:r>
              <a:rPr lang="en-SG" dirty="0"/>
              <a:t>Technology Trend in Google Analytics</a:t>
            </a:r>
            <a:br>
              <a:rPr lang="en-SG" dirty="0"/>
            </a:br>
            <a:r>
              <a:rPr lang="en-SG" dirty="0"/>
              <a:t>(Google Analytics Account Structure)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40AB9-AD1B-817E-97B7-9DC0AA168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90" y="1295400"/>
            <a:ext cx="3624232" cy="3848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64FCCF-DF47-3E19-5839-E5BC34CC4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1659605"/>
            <a:ext cx="2143125" cy="311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9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42571146-B0C4-0053-1EC0-03A1005C2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97A1E1-53D1-6F29-53A7-ECC3DD60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2140"/>
            <a:ext cx="7886700" cy="994200"/>
          </a:xfrm>
        </p:spPr>
        <p:txBody>
          <a:bodyPr/>
          <a:lstStyle/>
          <a:p>
            <a:r>
              <a:rPr lang="en-SG" dirty="0"/>
              <a:t>Technology Trend in Google Analytics</a:t>
            </a:r>
            <a:br>
              <a:rPr lang="en-SG" dirty="0"/>
            </a:br>
            <a:r>
              <a:rPr lang="en-SG" dirty="0"/>
              <a:t>(Set-up Google Analytics Account)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E4B2A-0F83-1D0C-FE53-DFA90695B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230661"/>
            <a:ext cx="7410450" cy="345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45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92CA7A07-CD9D-FDE6-69A5-43D869681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F84ACC-6DC3-232E-2425-4423D0B84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2140"/>
            <a:ext cx="7886700" cy="994200"/>
          </a:xfrm>
        </p:spPr>
        <p:txBody>
          <a:bodyPr/>
          <a:lstStyle/>
          <a:p>
            <a:r>
              <a:rPr lang="en-SG" dirty="0"/>
              <a:t>Technology Trend in Google Analytics</a:t>
            </a:r>
            <a:br>
              <a:rPr lang="en-SG" dirty="0"/>
            </a:br>
            <a:r>
              <a:rPr lang="en-SG" dirty="0"/>
              <a:t>(Set-up Google Analytics Account)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90EDE-9D57-6B22-538E-282E67CB5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330351"/>
            <a:ext cx="7181850" cy="344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39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B62457D6-B713-92BD-2E4B-4D72F0E1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DFCC8-5F0B-2EEF-A018-7CD1D2FD5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2140"/>
            <a:ext cx="7886700" cy="994200"/>
          </a:xfrm>
        </p:spPr>
        <p:txBody>
          <a:bodyPr/>
          <a:lstStyle/>
          <a:p>
            <a:r>
              <a:rPr lang="en-SG" dirty="0"/>
              <a:t>Google Tag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7F7B9-930A-3D81-8498-948267E6B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1136340"/>
            <a:ext cx="7000875" cy="368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4037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92</Words>
  <Application>Microsoft Office PowerPoint</Application>
  <PresentationFormat>On-screen Show (16:9)</PresentationFormat>
  <Paragraphs>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Simple Light</vt:lpstr>
      <vt:lpstr>DM2004 Online Advertising and Analytics  </vt:lpstr>
      <vt:lpstr>Technology in Analytics Tools (Platforms with Built-in Analytics)</vt:lpstr>
      <vt:lpstr>Technology in Analytics Tools (Platforms with Built-in Analytics)</vt:lpstr>
      <vt:lpstr>Technology in Analytics Tools (Value of Digital Data)</vt:lpstr>
      <vt:lpstr>Technology Trend in Google Analytics (How Google Analytics Works)</vt:lpstr>
      <vt:lpstr>Technology Trend in Google Analytics (Google Analytics Account Structure)</vt:lpstr>
      <vt:lpstr>Technology Trend in Google Analytics (Set-up Google Analytics Account)</vt:lpstr>
      <vt:lpstr>Technology Trend in Google Analytics (Set-up Google Analytics Account)</vt:lpstr>
      <vt:lpstr>Google Tag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Mackie Soque</dc:creator>
  <cp:lastModifiedBy>Marie Chris Soque</cp:lastModifiedBy>
  <cp:revision>31</cp:revision>
  <dcterms:modified xsi:type="dcterms:W3CDTF">2026-02-24T03:33:44Z</dcterms:modified>
</cp:coreProperties>
</file>
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F55E-DB4B-7447-10E1-2FA156903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A214C-CFBA-0639-2DFF-E27522355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97922-B549-6DD9-D18F-9415D1E5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A98D-CEC0-D188-257C-D031EA41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DC1A-3E7A-80C0-A9A9-CA060C62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817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FB08-0AC1-B78E-9A55-2CFF7123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1CE4-8D2D-D7BA-5754-2C616A4B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8BE6-A136-6A2E-921F-25854032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DB51E-F240-2562-C7D1-AB7C1E0D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1CB47-CC42-547F-0E34-D9181CB2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467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CC3C-6B89-A3ED-A745-1F2DD511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E2964-A71E-3299-D932-4BC04223B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FA104-88FE-10D3-56CA-8CFFED61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F8D86-3309-BD1B-0AB2-1BA6EBCF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9908-17DC-B1B7-92D7-1D13F96B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254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E704-1372-890C-081A-D05F28B1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19873-B443-DD52-E5A7-ED0D6A5DA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B2676-1222-410B-C243-393FB02D6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3E3C5-9416-DA66-1528-0011129C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650F8-8B2D-140B-A6A7-D02BBE26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295C5-26D9-9A28-4223-4A0777D6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347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FB34-C9DE-373D-CD0C-2E37FD6C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88DFF-874F-D0AD-948E-C72BA9C81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FA212-0D2A-5AF1-D761-8A5AFE19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29364-AF13-5CA3-0FDE-2BFAFB13A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CD955-A972-6E19-5C47-BF08A5213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21FA4-AE36-9B13-83EF-59F7993B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A7EE4-20C2-D90C-7473-DC56AEEA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C5194-851E-590C-D233-DFB5833F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220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499B1-4AE9-C101-0E55-79C9BC2B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9C620-3F78-4B06-30BB-D7A281AA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A6CBF-E4DC-ABC5-4C04-312B5AD7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AD73A-CE66-1EA4-35AD-7893AF94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283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35217-EECB-3907-7562-28B0E6E5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A0CFC-DB18-998C-DAFE-AC8B5C58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9D44A-B565-33B7-DC7A-E7DEB11C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903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A4AC-E5AB-C972-632D-CA1D3FB2B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F4811-1574-B7E1-D755-570F892F3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595F8-877D-0118-8FA8-2526AED0D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1CB69-15E6-7461-72E2-652C76AA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6ECDF-D4C7-6192-A905-2F2A47AB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6E8FF-9C99-1396-2140-A8068139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876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A1E1-BDDF-5164-8BBC-65533DC0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24DD2-C967-04F6-C350-31EDEABAE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2DDFA-A59A-D850-C90C-1F0C78893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DAA22-891D-BD7F-C1CD-962688D4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C2D7B-EDC2-B851-02E2-4D31DC2D3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ABA8C-4DBB-63C7-F5AD-1D81DE6E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738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274B-A7B0-D169-DA12-48220A73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94D59-5B7E-5F34-8B06-F4CC338F8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E0C2-CC2F-8E31-6DE3-A0F4344D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B7976-9833-9360-03A3-68D7A8E9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ED82B-8BDA-82DF-BA47-73D55E59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6840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8E5C5-8F50-5ED2-7B6A-9E9CED3F6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3CEDD-09C9-8ECD-FC9B-0D6AEEC48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E7200-F87B-50EE-3453-BB4CA55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3D939-AA87-4F6F-EB4D-407F65A4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B990E-6073-758A-ACF8-1B6025B6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371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CE55C-F97B-9D15-FBE9-5AB29FD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C3B87-2C26-7FB0-C1D7-D300118C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31283-298F-D03D-44D2-0C7CEA08A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977C2-D929-49D9-931A-AAC35CF6EE24}" type="datetimeFigureOut">
              <a:rPr lang="en-SG" smtClean="0"/>
              <a:t>23/2/2026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07F31-FD88-C402-55B3-8B1E8B8F7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881CF-EFD7-9F6F-1105-6E5046027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70B8F-325E-4038-8E50-0EA5CC15EB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248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D44C-1CE0-6886-5A75-3CA0A8BEE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Ad Strategy</a:t>
            </a:r>
          </a:p>
        </p:txBody>
      </p:sp>
    </p:spTree>
    <p:extLst>
      <p:ext uri="{BB962C8B-B14F-4D97-AF65-F5344CB8AC3E}">
        <p14:creationId xmlns:p14="http://schemas.microsoft.com/office/powerpoint/2010/main" val="2432095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AF1F-4D3A-9D0C-5F01-09B40837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Target ROAS (Return on Ad Spend)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D832B-CF1F-5A73-9333-CE3B53C39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Assuming I run a Google Search Ad for 10 Days and total Ad cost for 10 days is SGD 200 but I did an e-commerce conversion for SGD 1000</a:t>
            </a:r>
          </a:p>
          <a:p>
            <a:r>
              <a:rPr lang="en-SG" dirty="0"/>
              <a:t>Objective is Sales (Conversion) from E-commerce website</a:t>
            </a:r>
          </a:p>
        </p:txBody>
      </p:sp>
    </p:spTree>
    <p:extLst>
      <p:ext uri="{BB962C8B-B14F-4D97-AF65-F5344CB8AC3E}">
        <p14:creationId xmlns:p14="http://schemas.microsoft.com/office/powerpoint/2010/main" val="66572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8CB6-7566-265F-5D07-5FE493C0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4DA1-D60A-E403-42D8-D17A0A56A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CPC (Cost Per Click)</a:t>
            </a:r>
          </a:p>
          <a:p>
            <a:r>
              <a:rPr lang="en-SG" dirty="0"/>
              <a:t>CTR (Click-Through Rate)</a:t>
            </a:r>
          </a:p>
          <a:p>
            <a:r>
              <a:rPr lang="en-SG" dirty="0"/>
              <a:t>Scenario:</a:t>
            </a:r>
          </a:p>
          <a:p>
            <a:pPr lvl="1"/>
            <a:r>
              <a:rPr lang="en-SG" dirty="0"/>
              <a:t>Assuming the Ad is shown to 250 people during Search for a certain keyword that you have in your headline and/or description depending on the match Type( broad, exact, phrase )</a:t>
            </a:r>
          </a:p>
          <a:p>
            <a:pPr lvl="1"/>
            <a:r>
              <a:rPr lang="en-SG" dirty="0"/>
              <a:t>Then 50 people click and went to the website of the company. How much is the CTR/What is the CTR value? (50/250 *100)</a:t>
            </a:r>
          </a:p>
          <a:p>
            <a:pPr lvl="1"/>
            <a:r>
              <a:rPr lang="en-SG" dirty="0"/>
              <a:t>CTR = 20%</a:t>
            </a:r>
          </a:p>
        </p:txBody>
      </p:sp>
    </p:spTree>
    <p:extLst>
      <p:ext uri="{BB962C8B-B14F-4D97-AF65-F5344CB8AC3E}">
        <p14:creationId xmlns:p14="http://schemas.microsoft.com/office/powerpoint/2010/main" val="376415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F778-1AF0-8965-5BEA-32CBA81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Goal Setting is important in Conversion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C946A-D57E-5596-74BE-1BAA76A7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Goal</a:t>
            </a:r>
          </a:p>
          <a:p>
            <a:pPr lvl="1"/>
            <a:r>
              <a:rPr lang="en-SG" dirty="0"/>
              <a:t>Website Visit</a:t>
            </a:r>
          </a:p>
          <a:p>
            <a:pPr lvl="1"/>
            <a:r>
              <a:rPr lang="en-SG" dirty="0"/>
              <a:t>Fill up Form/Sign-up</a:t>
            </a:r>
          </a:p>
          <a:p>
            <a:pPr lvl="1"/>
            <a:r>
              <a:rPr lang="en-SG" dirty="0"/>
              <a:t>Phone Call</a:t>
            </a:r>
          </a:p>
          <a:p>
            <a:pPr lvl="1"/>
            <a:r>
              <a:rPr lang="en-SG" dirty="0"/>
              <a:t>E-commerce Sales/Purchase</a:t>
            </a:r>
          </a:p>
          <a:p>
            <a:pPr lvl="1"/>
            <a:r>
              <a:rPr lang="en-SG" dirty="0"/>
              <a:t>App Installs</a:t>
            </a:r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marL="457200" lvl="1" indent="0">
              <a:buNone/>
            </a:pPr>
            <a:r>
              <a:rPr lang="en-SG" dirty="0"/>
              <a:t>It is important to measure and track the goal/action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0147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168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Ad Strategy</vt:lpstr>
      <vt:lpstr>2 Target ROAS (Return on Ad Spend)</vt:lpstr>
      <vt:lpstr>Performance Metrics</vt:lpstr>
      <vt:lpstr>Goal Setting is important in Conversion Tracking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2</cp:revision>
  <dcterms:created xsi:type="dcterms:W3CDTF">2026-02-23T04:44:42Z</dcterms:created>
  <dcterms:modified xsi:type="dcterms:W3CDTF">2026-02-23T05:50:10Z</dcterms:modified>
</cp:coreProperties>
</file>